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7" r:id="rId6"/>
    <p:sldId id="327" r:id="rId7"/>
    <p:sldId id="281" r:id="rId8"/>
    <p:sldId id="314" r:id="rId9"/>
    <p:sldId id="324" r:id="rId10"/>
    <p:sldId id="325" r:id="rId11"/>
    <p:sldId id="326" r:id="rId12"/>
    <p:sldId id="297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0FE"/>
    <a:srgbClr val="202C8F"/>
    <a:srgbClr val="FDFBF6"/>
    <a:srgbClr val="AAC4E9"/>
    <a:srgbClr val="F5CDCE"/>
    <a:srgbClr val="DF8C8C"/>
    <a:srgbClr val="D4D593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8A465-98B6-4812-A2D3-904700306700}" v="37" dt="2026-01-06T14:29:51.687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ani Girde" userId="f654bf524b446e91" providerId="LiveId" clId="{887C208B-8AE7-44E5-9CF4-97E0D85C2E0E}"/>
    <pc:docChg chg="undo custSel addSld delSld modSld sldOrd">
      <pc:chgData name="Shravani Girde" userId="f654bf524b446e91" providerId="LiveId" clId="{887C208B-8AE7-44E5-9CF4-97E0D85C2E0E}" dt="2026-01-07T13:15:16.695" v="1104" actId="14100"/>
      <pc:docMkLst>
        <pc:docMk/>
      </pc:docMkLst>
      <pc:sldChg chg="addSp delSp modSp mod">
        <pc:chgData name="Shravani Girde" userId="f654bf524b446e91" providerId="LiveId" clId="{887C208B-8AE7-44E5-9CF4-97E0D85C2E0E}" dt="2026-01-06T14:28:27.513" v="1075" actId="20577"/>
        <pc:sldMkLst>
          <pc:docMk/>
          <pc:sldMk cId="2952923800" sldId="281"/>
        </pc:sldMkLst>
        <pc:spChg chg="mod">
          <ac:chgData name="Shravani Girde" userId="f654bf524b446e91" providerId="LiveId" clId="{887C208B-8AE7-44E5-9CF4-97E0D85C2E0E}" dt="2026-01-06T14:28:27.513" v="1075" actId="20577"/>
          <ac:spMkLst>
            <pc:docMk/>
            <pc:sldMk cId="2952923800" sldId="281"/>
            <ac:spMk id="3" creationId="{A2E339BF-E6D7-DD0E-AF02-6813852EE723}"/>
          </ac:spMkLst>
        </pc:spChg>
        <pc:spChg chg="add del mod">
          <ac:chgData name="Shravani Girde" userId="f654bf524b446e91" providerId="LiveId" clId="{887C208B-8AE7-44E5-9CF4-97E0D85C2E0E}" dt="2026-01-06T13:26:32.242" v="1" actId="931"/>
          <ac:spMkLst>
            <pc:docMk/>
            <pc:sldMk cId="2952923800" sldId="281"/>
            <ac:spMk id="5" creationId="{DA078CF7-6BE1-C92A-07C3-203BCC59F678}"/>
          </ac:spMkLst>
        </pc:spChg>
        <pc:spChg chg="add del mod">
          <ac:chgData name="Shravani Girde" userId="f654bf524b446e91" providerId="LiveId" clId="{887C208B-8AE7-44E5-9CF4-97E0D85C2E0E}" dt="2026-01-06T13:26:49.220" v="3" actId="931"/>
          <ac:spMkLst>
            <pc:docMk/>
            <pc:sldMk cId="2952923800" sldId="281"/>
            <ac:spMk id="10" creationId="{4DDB027F-4903-CA13-9B08-412EF32407C8}"/>
          </ac:spMkLst>
        </pc:spChg>
        <pc:picChg chg="del">
          <ac:chgData name="Shravani Girde" userId="f654bf524b446e91" providerId="LiveId" clId="{887C208B-8AE7-44E5-9CF4-97E0D85C2E0E}" dt="2026-01-06T13:26:10.994" v="0" actId="21"/>
          <ac:picMkLst>
            <pc:docMk/>
            <pc:sldMk cId="2952923800" sldId="281"/>
            <ac:picMk id="6" creationId="{FECDA901-DD88-89EB-E10E-A2994D0A92DB}"/>
          </ac:picMkLst>
        </pc:picChg>
        <pc:picChg chg="add del mod">
          <ac:chgData name="Shravani Girde" userId="f654bf524b446e91" providerId="LiveId" clId="{887C208B-8AE7-44E5-9CF4-97E0D85C2E0E}" dt="2026-01-06T13:26:38.257" v="2" actId="21"/>
          <ac:picMkLst>
            <pc:docMk/>
            <pc:sldMk cId="2952923800" sldId="281"/>
            <ac:picMk id="8" creationId="{331AE1E3-DDA1-D5E4-A3F5-602D0EAA972B}"/>
          </ac:picMkLst>
        </pc:picChg>
        <pc:picChg chg="add mod">
          <ac:chgData name="Shravani Girde" userId="f654bf524b446e91" providerId="LiveId" clId="{887C208B-8AE7-44E5-9CF4-97E0D85C2E0E}" dt="2026-01-06T13:26:49.220" v="3" actId="931"/>
          <ac:picMkLst>
            <pc:docMk/>
            <pc:sldMk cId="2952923800" sldId="281"/>
            <ac:picMk id="12" creationId="{8D601BE8-E61D-B045-677A-5699DB66357B}"/>
          </ac:picMkLst>
        </pc:picChg>
      </pc:sldChg>
      <pc:sldChg chg="modSp del mod">
        <pc:chgData name="Shravani Girde" userId="f654bf524b446e91" providerId="LiveId" clId="{887C208B-8AE7-44E5-9CF4-97E0D85C2E0E}" dt="2026-01-06T13:38:35.160" v="379" actId="2696"/>
        <pc:sldMkLst>
          <pc:docMk/>
          <pc:sldMk cId="685681062" sldId="282"/>
        </pc:sldMkLst>
        <pc:spChg chg="mod">
          <ac:chgData name="Shravani Girde" userId="f654bf524b446e91" providerId="LiveId" clId="{887C208B-8AE7-44E5-9CF4-97E0D85C2E0E}" dt="2026-01-06T13:38:30.628" v="378" actId="21"/>
          <ac:spMkLst>
            <pc:docMk/>
            <pc:sldMk cId="685681062" sldId="282"/>
            <ac:spMk id="2" creationId="{FD5E8954-9BCB-7FD9-A210-38DC54382D45}"/>
          </ac:spMkLst>
        </pc:spChg>
      </pc:sldChg>
      <pc:sldChg chg="modSp mod ord">
        <pc:chgData name="Shravani Girde" userId="f654bf524b446e91" providerId="LiveId" clId="{887C208B-8AE7-44E5-9CF4-97E0D85C2E0E}" dt="2026-01-06T14:00:43.899" v="745"/>
        <pc:sldMkLst>
          <pc:docMk/>
          <pc:sldMk cId="1973173046" sldId="297"/>
        </pc:sldMkLst>
        <pc:spChg chg="mod">
          <ac:chgData name="Shravani Girde" userId="f654bf524b446e91" providerId="LiveId" clId="{887C208B-8AE7-44E5-9CF4-97E0D85C2E0E}" dt="2026-01-06T13:53:50.916" v="582" actId="20577"/>
          <ac:spMkLst>
            <pc:docMk/>
            <pc:sldMk cId="1973173046" sldId="297"/>
            <ac:spMk id="3" creationId="{D8B5CEF2-E667-BBB5-2EA6-C06F93B6DE12}"/>
          </ac:spMkLst>
        </pc:spChg>
      </pc:sldChg>
      <pc:sldChg chg="del">
        <pc:chgData name="Shravani Girde" userId="f654bf524b446e91" providerId="LiveId" clId="{887C208B-8AE7-44E5-9CF4-97E0D85C2E0E}" dt="2026-01-06T13:57:45.797" v="739" actId="2696"/>
        <pc:sldMkLst>
          <pc:docMk/>
          <pc:sldMk cId="3913219759" sldId="304"/>
        </pc:sldMkLst>
      </pc:sldChg>
      <pc:sldChg chg="addSp delSp modSp mod">
        <pc:chgData name="Shravani Girde" userId="f654bf524b446e91" providerId="LiveId" clId="{887C208B-8AE7-44E5-9CF4-97E0D85C2E0E}" dt="2026-01-06T13:57:33.897" v="738" actId="13926"/>
        <pc:sldMkLst>
          <pc:docMk/>
          <pc:sldMk cId="2202437675" sldId="312"/>
        </pc:sldMkLst>
        <pc:spChg chg="mod">
          <ac:chgData name="Shravani Girde" userId="f654bf524b446e91" providerId="LiveId" clId="{887C208B-8AE7-44E5-9CF4-97E0D85C2E0E}" dt="2026-01-06T13:57:33.897" v="738" actId="13926"/>
          <ac:spMkLst>
            <pc:docMk/>
            <pc:sldMk cId="2202437675" sldId="312"/>
            <ac:spMk id="2" creationId="{4207FF65-A536-F639-8591-ED024C223308}"/>
          </ac:spMkLst>
        </pc:spChg>
        <pc:spChg chg="add del mod">
          <ac:chgData name="Shravani Girde" userId="f654bf524b446e91" providerId="LiveId" clId="{887C208B-8AE7-44E5-9CF4-97E0D85C2E0E}" dt="2026-01-06T13:54:55.068" v="592"/>
          <ac:spMkLst>
            <pc:docMk/>
            <pc:sldMk cId="2202437675" sldId="312"/>
            <ac:spMk id="3" creationId="{5474B303-0A00-BA1E-AB63-C7B2E9785533}"/>
          </ac:spMkLst>
        </pc:spChg>
      </pc:sldChg>
      <pc:sldChg chg="addSp modSp mod ord">
        <pc:chgData name="Shravani Girde" userId="f654bf524b446e91" providerId="LiveId" clId="{887C208B-8AE7-44E5-9CF4-97E0D85C2E0E}" dt="2026-01-06T13:36:36.209" v="377" actId="20577"/>
        <pc:sldMkLst>
          <pc:docMk/>
          <pc:sldMk cId="1131718056" sldId="314"/>
        </pc:sldMkLst>
        <pc:spChg chg="mod">
          <ac:chgData name="Shravani Girde" userId="f654bf524b446e91" providerId="LiveId" clId="{887C208B-8AE7-44E5-9CF4-97E0D85C2E0E}" dt="2026-01-06T13:36:22.832" v="375" actId="14100"/>
          <ac:spMkLst>
            <pc:docMk/>
            <pc:sldMk cId="1131718056" sldId="314"/>
            <ac:spMk id="2" creationId="{B6210199-C129-11F0-56F2-2D1AED21CB4C}"/>
          </ac:spMkLst>
        </pc:spChg>
        <pc:spChg chg="mod">
          <ac:chgData name="Shravani Girde" userId="f654bf524b446e91" providerId="LiveId" clId="{887C208B-8AE7-44E5-9CF4-97E0D85C2E0E}" dt="2026-01-06T13:36:36.209" v="377" actId="20577"/>
          <ac:spMkLst>
            <pc:docMk/>
            <pc:sldMk cId="1131718056" sldId="314"/>
            <ac:spMk id="4" creationId="{BDDD6BDC-E008-6AB7-55A1-46ED9BCF054F}"/>
          </ac:spMkLst>
        </pc:spChg>
        <pc:picChg chg="add mod">
          <ac:chgData name="Shravani Girde" userId="f654bf524b446e91" providerId="LiveId" clId="{887C208B-8AE7-44E5-9CF4-97E0D85C2E0E}" dt="2026-01-06T13:31:07.919" v="49" actId="14100"/>
          <ac:picMkLst>
            <pc:docMk/>
            <pc:sldMk cId="1131718056" sldId="314"/>
            <ac:picMk id="6" creationId="{12D9A818-952C-D800-41F6-AC6E6C0840E7}"/>
          </ac:picMkLst>
        </pc:picChg>
      </pc:sldChg>
      <pc:sldChg chg="del ord">
        <pc:chgData name="Shravani Girde" userId="f654bf524b446e91" providerId="LiveId" clId="{887C208B-8AE7-44E5-9CF4-97E0D85C2E0E}" dt="2026-01-06T13:52:06.063" v="450" actId="2696"/>
        <pc:sldMkLst>
          <pc:docMk/>
          <pc:sldMk cId="2468595790" sldId="315"/>
        </pc:sldMkLst>
      </pc:sldChg>
      <pc:sldChg chg="addSp delSp modSp del mod ord">
        <pc:chgData name="Shravani Girde" userId="f654bf524b446e91" providerId="LiveId" clId="{887C208B-8AE7-44E5-9CF4-97E0D85C2E0E}" dt="2026-01-06T14:00:31.519" v="741" actId="2696"/>
        <pc:sldMkLst>
          <pc:docMk/>
          <pc:sldMk cId="1941619646" sldId="317"/>
        </pc:sldMkLst>
        <pc:spChg chg="mod">
          <ac:chgData name="Shravani Girde" userId="f654bf524b446e91" providerId="LiveId" clId="{887C208B-8AE7-44E5-9CF4-97E0D85C2E0E}" dt="2026-01-06T13:28:29.829" v="6" actId="20577"/>
          <ac:spMkLst>
            <pc:docMk/>
            <pc:sldMk cId="1941619646" sldId="317"/>
            <ac:spMk id="3" creationId="{3D55F2D4-C20E-BEBC-1CCF-4449B0456A7E}"/>
          </ac:spMkLst>
        </pc:spChg>
        <pc:spChg chg="add del mod">
          <ac:chgData name="Shravani Girde" userId="f654bf524b446e91" providerId="LiveId" clId="{887C208B-8AE7-44E5-9CF4-97E0D85C2E0E}" dt="2026-01-06T13:29:22.990" v="27" actId="21"/>
          <ac:spMkLst>
            <pc:docMk/>
            <pc:sldMk cId="1941619646" sldId="317"/>
            <ac:spMk id="5" creationId="{7DF9D7F8-E8BE-FD21-661E-5F6EC80E5E56}"/>
          </ac:spMkLst>
        </pc:spChg>
        <pc:spChg chg="add mod">
          <ac:chgData name="Shravani Girde" userId="f654bf524b446e91" providerId="LiveId" clId="{887C208B-8AE7-44E5-9CF4-97E0D85C2E0E}" dt="2026-01-06T13:30:08.263" v="36" actId="21"/>
          <ac:spMkLst>
            <pc:docMk/>
            <pc:sldMk cId="1941619646" sldId="317"/>
            <ac:spMk id="12" creationId="{735F73E9-9B2C-BFF4-1458-66C8996CBE1A}"/>
          </ac:spMkLst>
        </pc:spChg>
        <pc:spChg chg="del mod">
          <ac:chgData name="Shravani Girde" userId="f654bf524b446e91" providerId="LiveId" clId="{887C208B-8AE7-44E5-9CF4-97E0D85C2E0E}" dt="2026-01-06T13:29:54.262" v="32" actId="931"/>
          <ac:spMkLst>
            <pc:docMk/>
            <pc:sldMk cId="1941619646" sldId="317"/>
            <ac:spMk id="13" creationId="{58AC0C8B-8A7A-9FAE-2D0F-4D1C3A8C3FA5}"/>
          </ac:spMkLst>
        </pc:spChg>
        <pc:spChg chg="mod">
          <ac:chgData name="Shravani Girde" userId="f654bf524b446e91" providerId="LiveId" clId="{887C208B-8AE7-44E5-9CF4-97E0D85C2E0E}" dt="2026-01-06T13:28:41.618" v="13" actId="20577"/>
          <ac:spMkLst>
            <pc:docMk/>
            <pc:sldMk cId="1941619646" sldId="317"/>
            <ac:spMk id="14" creationId="{749C7CD1-A9AA-49E3-6734-AD9546F2DF5B}"/>
          </ac:spMkLst>
        </pc:spChg>
        <pc:spChg chg="add mod">
          <ac:chgData name="Shravani Girde" userId="f654bf524b446e91" providerId="LiveId" clId="{887C208B-8AE7-44E5-9CF4-97E0D85C2E0E}" dt="2026-01-06T13:30:22.219" v="38" actId="21"/>
          <ac:spMkLst>
            <pc:docMk/>
            <pc:sldMk cId="1941619646" sldId="317"/>
            <ac:spMk id="16" creationId="{45037CE0-B7B3-EC99-A540-460564E32E7D}"/>
          </ac:spMkLst>
        </pc:spChg>
        <pc:picChg chg="add mod">
          <ac:chgData name="Shravani Girde" userId="f654bf524b446e91" providerId="LiveId" clId="{887C208B-8AE7-44E5-9CF4-97E0D85C2E0E}" dt="2026-01-06T13:29:22.397" v="26" actId="931"/>
          <ac:picMkLst>
            <pc:docMk/>
            <pc:sldMk cId="1941619646" sldId="317"/>
            <ac:picMk id="7" creationId="{32117703-7783-F699-A664-CED683490B5B}"/>
          </ac:picMkLst>
        </pc:picChg>
        <pc:picChg chg="add del mod">
          <ac:chgData name="Shravani Girde" userId="f654bf524b446e91" providerId="LiveId" clId="{887C208B-8AE7-44E5-9CF4-97E0D85C2E0E}" dt="2026-01-06T13:30:22.219" v="38" actId="21"/>
          <ac:picMkLst>
            <pc:docMk/>
            <pc:sldMk cId="1941619646" sldId="317"/>
            <ac:picMk id="9" creationId="{06466E7D-8A2F-BFFB-09D9-200BC463F753}"/>
          </ac:picMkLst>
        </pc:picChg>
        <pc:picChg chg="add del mod">
          <ac:chgData name="Shravani Girde" userId="f654bf524b446e91" providerId="LiveId" clId="{887C208B-8AE7-44E5-9CF4-97E0D85C2E0E}" dt="2026-01-06T13:30:08.263" v="36" actId="21"/>
          <ac:picMkLst>
            <pc:docMk/>
            <pc:sldMk cId="1941619646" sldId="317"/>
            <ac:picMk id="10" creationId="{DD0A0899-5B02-CEB5-E5DD-448B169C2377}"/>
          </ac:picMkLst>
        </pc:picChg>
      </pc:sldChg>
      <pc:sldChg chg="del">
        <pc:chgData name="Shravani Girde" userId="f654bf524b446e91" providerId="LiveId" clId="{887C208B-8AE7-44E5-9CF4-97E0D85C2E0E}" dt="2026-01-06T13:52:12.203" v="451" actId="2696"/>
        <pc:sldMkLst>
          <pc:docMk/>
          <pc:sldMk cId="4072101725" sldId="318"/>
        </pc:sldMkLst>
      </pc:sldChg>
      <pc:sldChg chg="modSp del">
        <pc:chgData name="Shravani Girde" userId="f654bf524b446e91" providerId="LiveId" clId="{887C208B-8AE7-44E5-9CF4-97E0D85C2E0E}" dt="2026-01-06T13:52:16.493" v="453" actId="2696"/>
        <pc:sldMkLst>
          <pc:docMk/>
          <pc:sldMk cId="3969996159" sldId="319"/>
        </pc:sldMkLst>
        <pc:graphicFrameChg chg="mod">
          <ac:chgData name="Shravani Girde" userId="f654bf524b446e91" providerId="LiveId" clId="{887C208B-8AE7-44E5-9CF4-97E0D85C2E0E}" dt="2026-01-06T13:52:12.203" v="452"/>
          <ac:graphicFrameMkLst>
            <pc:docMk/>
            <pc:sldMk cId="3969996159" sldId="319"/>
            <ac:graphicFrameMk id="6" creationId="{4DB3991E-0605-C20E-53AD-D64E13638DA5}"/>
          </ac:graphicFrameMkLst>
        </pc:graphicFrameChg>
      </pc:sldChg>
      <pc:sldChg chg="del">
        <pc:chgData name="Shravani Girde" userId="f654bf524b446e91" providerId="LiveId" clId="{887C208B-8AE7-44E5-9CF4-97E0D85C2E0E}" dt="2026-01-06T13:52:18.743" v="454" actId="2696"/>
        <pc:sldMkLst>
          <pc:docMk/>
          <pc:sldMk cId="2498021601" sldId="321"/>
        </pc:sldMkLst>
      </pc:sldChg>
      <pc:sldChg chg="del">
        <pc:chgData name="Shravani Girde" userId="f654bf524b446e91" providerId="LiveId" clId="{887C208B-8AE7-44E5-9CF4-97E0D85C2E0E}" dt="2026-01-06T13:52:19.953" v="455" actId="2696"/>
        <pc:sldMkLst>
          <pc:docMk/>
          <pc:sldMk cId="1686213229" sldId="322"/>
        </pc:sldMkLst>
      </pc:sldChg>
      <pc:sldChg chg="new del">
        <pc:chgData name="Shravani Girde" userId="f654bf524b446e91" providerId="LiveId" clId="{887C208B-8AE7-44E5-9CF4-97E0D85C2E0E}" dt="2026-01-06T13:38:56.403" v="382" actId="2696"/>
        <pc:sldMkLst>
          <pc:docMk/>
          <pc:sldMk cId="752785650" sldId="323"/>
        </pc:sldMkLst>
      </pc:sldChg>
      <pc:sldChg chg="addSp modSp new mod">
        <pc:chgData name="Shravani Girde" userId="f654bf524b446e91" providerId="LiveId" clId="{887C208B-8AE7-44E5-9CF4-97E0D85C2E0E}" dt="2026-01-06T14:29:51.687" v="1103"/>
        <pc:sldMkLst>
          <pc:docMk/>
          <pc:sldMk cId="3163249113" sldId="324"/>
        </pc:sldMkLst>
        <pc:spChg chg="add mod">
          <ac:chgData name="Shravani Girde" userId="f654bf524b446e91" providerId="LiveId" clId="{887C208B-8AE7-44E5-9CF4-97E0D85C2E0E}" dt="2026-01-06T13:50:53.181" v="415" actId="20577"/>
          <ac:spMkLst>
            <pc:docMk/>
            <pc:sldMk cId="3163249113" sldId="324"/>
            <ac:spMk id="5" creationId="{AFB668FD-3530-DBE4-6ECB-B348C2AFA57D}"/>
          </ac:spMkLst>
        </pc:spChg>
        <pc:spChg chg="add mod">
          <ac:chgData name="Shravani Girde" userId="f654bf524b446e91" providerId="LiveId" clId="{887C208B-8AE7-44E5-9CF4-97E0D85C2E0E}" dt="2026-01-06T14:29:51.687" v="1103"/>
          <ac:spMkLst>
            <pc:docMk/>
            <pc:sldMk cId="3163249113" sldId="324"/>
            <ac:spMk id="6" creationId="{EE9913AF-6094-9A40-429D-07C1CDF7A4FA}"/>
          </ac:spMkLst>
        </pc:spChg>
        <pc:picChg chg="add mod">
          <ac:chgData name="Shravani Girde" userId="f654bf524b446e91" providerId="LiveId" clId="{887C208B-8AE7-44E5-9CF4-97E0D85C2E0E}" dt="2026-01-06T13:49:42.629" v="386" actId="1076"/>
          <ac:picMkLst>
            <pc:docMk/>
            <pc:sldMk cId="3163249113" sldId="324"/>
            <ac:picMk id="4" creationId="{17448F3D-6C39-EEF8-A511-9C38E35FB9DD}"/>
          </ac:picMkLst>
        </pc:picChg>
      </pc:sldChg>
      <pc:sldChg chg="addSp delSp modSp new mod">
        <pc:chgData name="Shravani Girde" userId="f654bf524b446e91" providerId="LiveId" clId="{887C208B-8AE7-44E5-9CF4-97E0D85C2E0E}" dt="2026-01-07T13:15:16.695" v="1104" actId="14100"/>
        <pc:sldMkLst>
          <pc:docMk/>
          <pc:sldMk cId="1222597109" sldId="325"/>
        </pc:sldMkLst>
        <pc:spChg chg="mod">
          <ac:chgData name="Shravani Girde" userId="f654bf524b446e91" providerId="LiveId" clId="{887C208B-8AE7-44E5-9CF4-97E0D85C2E0E}" dt="2026-01-06T14:29:30.068" v="1097" actId="20577"/>
          <ac:spMkLst>
            <pc:docMk/>
            <pc:sldMk cId="1222597109" sldId="325"/>
            <ac:spMk id="2" creationId="{D3CE1215-C213-E67A-C6A9-AF68A4A42520}"/>
          </ac:spMkLst>
        </pc:spChg>
        <pc:spChg chg="add del mod">
          <ac:chgData name="Shravani Girde" userId="f654bf524b446e91" providerId="LiveId" clId="{887C208B-8AE7-44E5-9CF4-97E0D85C2E0E}" dt="2026-01-06T14:05:43.843" v="850"/>
          <ac:spMkLst>
            <pc:docMk/>
            <pc:sldMk cId="1222597109" sldId="325"/>
            <ac:spMk id="8" creationId="{649473F4-6DEB-CE61-C727-B092B1C3BC71}"/>
          </ac:spMkLst>
        </pc:spChg>
        <pc:picChg chg="add mod">
          <ac:chgData name="Shravani Girde" userId="f654bf524b446e91" providerId="LiveId" clId="{887C208B-8AE7-44E5-9CF4-97E0D85C2E0E}" dt="2026-01-07T13:15:16.695" v="1104" actId="14100"/>
          <ac:picMkLst>
            <pc:docMk/>
            <pc:sldMk cId="1222597109" sldId="325"/>
            <ac:picMk id="5" creationId="{D2EF7B1E-BE6D-4F62-F956-4F0A7CF8AF97}"/>
          </ac:picMkLst>
        </pc:picChg>
        <pc:picChg chg="add del mod">
          <ac:chgData name="Shravani Girde" userId="f654bf524b446e91" providerId="LiveId" clId="{887C208B-8AE7-44E5-9CF4-97E0D85C2E0E}" dt="2026-01-06T14:02:42.025" v="775" actId="21"/>
          <ac:picMkLst>
            <pc:docMk/>
            <pc:sldMk cId="1222597109" sldId="325"/>
            <ac:picMk id="7" creationId="{93078ACD-2271-F5FB-67FC-BE8641F6C4F2}"/>
          </ac:picMkLst>
        </pc:picChg>
      </pc:sldChg>
      <pc:sldChg chg="addSp modSp new mod">
        <pc:chgData name="Shravani Girde" userId="f654bf524b446e91" providerId="LiveId" clId="{887C208B-8AE7-44E5-9CF4-97E0D85C2E0E}" dt="2026-01-06T14:03:58.488" v="789" actId="1076"/>
        <pc:sldMkLst>
          <pc:docMk/>
          <pc:sldMk cId="2154292546" sldId="326"/>
        </pc:sldMkLst>
        <pc:picChg chg="add mod">
          <ac:chgData name="Shravani Girde" userId="f654bf524b446e91" providerId="LiveId" clId="{887C208B-8AE7-44E5-9CF4-97E0D85C2E0E}" dt="2026-01-06T14:03:53.884" v="788" actId="1076"/>
          <ac:picMkLst>
            <pc:docMk/>
            <pc:sldMk cId="2154292546" sldId="326"/>
            <ac:picMk id="4" creationId="{9A9E20BE-8D6F-9312-0697-635FCF7D89EA}"/>
          </ac:picMkLst>
        </pc:picChg>
        <pc:picChg chg="add mod">
          <ac:chgData name="Shravani Girde" userId="f654bf524b446e91" providerId="LiveId" clId="{887C208B-8AE7-44E5-9CF4-97E0D85C2E0E}" dt="2026-01-06T14:03:58.488" v="789" actId="1076"/>
          <ac:picMkLst>
            <pc:docMk/>
            <pc:sldMk cId="2154292546" sldId="326"/>
            <ac:picMk id="6" creationId="{4060B017-A628-1C69-FB62-8DAC5D3ED5A2}"/>
          </ac:picMkLst>
        </pc:picChg>
      </pc:sldChg>
      <pc:sldChg chg="addSp modSp new mod ord">
        <pc:chgData name="Shravani Girde" userId="f654bf524b446e91" providerId="LiveId" clId="{887C208B-8AE7-44E5-9CF4-97E0D85C2E0E}" dt="2026-01-06T14:26:10.140" v="1070" actId="115"/>
        <pc:sldMkLst>
          <pc:docMk/>
          <pc:sldMk cId="3183505714" sldId="327"/>
        </pc:sldMkLst>
        <pc:spChg chg="add mod">
          <ac:chgData name="Shravani Girde" userId="f654bf524b446e91" providerId="LiveId" clId="{887C208B-8AE7-44E5-9CF4-97E0D85C2E0E}" dt="2026-01-06T14:26:10.140" v="1070" actId="115"/>
          <ac:spMkLst>
            <pc:docMk/>
            <pc:sldMk cId="3183505714" sldId="327"/>
            <ac:spMk id="3" creationId="{1F5FA410-4503-AB25-6140-282426B7E43B}"/>
          </ac:spMkLst>
        </pc:spChg>
        <pc:spChg chg="add mod">
          <ac:chgData name="Shravani Girde" userId="f654bf524b446e91" providerId="LiveId" clId="{887C208B-8AE7-44E5-9CF4-97E0D85C2E0E}" dt="2026-01-06T14:22:10.904" v="1019" actId="20577"/>
          <ac:spMkLst>
            <pc:docMk/>
            <pc:sldMk cId="3183505714" sldId="327"/>
            <ac:spMk id="4" creationId="{66C168BE-FF5D-7F1D-8471-EC4333209AC3}"/>
          </ac:spMkLst>
        </pc:spChg>
        <pc:spChg chg="add mod">
          <ac:chgData name="Shravani Girde" userId="f654bf524b446e91" providerId="LiveId" clId="{887C208B-8AE7-44E5-9CF4-97E0D85C2E0E}" dt="2026-01-06T14:24:13.135" v="1048" actId="20577"/>
          <ac:spMkLst>
            <pc:docMk/>
            <pc:sldMk cId="3183505714" sldId="327"/>
            <ac:spMk id="5" creationId="{EA33B500-B54B-2FF3-04B1-B0F6926355DB}"/>
          </ac:spMkLst>
        </pc:spChg>
      </pc:sldChg>
      <pc:sldChg chg="new del">
        <pc:chgData name="Shravani Girde" userId="f654bf524b446e91" providerId="LiveId" clId="{887C208B-8AE7-44E5-9CF4-97E0D85C2E0E}" dt="2026-01-06T14:28:24.835" v="1074" actId="680"/>
        <pc:sldMkLst>
          <pc:docMk/>
          <pc:sldMk cId="2533340446" sldId="3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Shreyash.girade.batch@sitnagpur.siu.edu.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9240" y="127819"/>
            <a:ext cx="6902972" cy="3962400"/>
          </a:xfrm>
        </p:spPr>
        <p:txBody>
          <a:bodyPr anchor="ctr"/>
          <a:lstStyle/>
          <a:p>
            <a:r>
              <a:rPr lang="en-US" dirty="0"/>
              <a:t>Online portfolio</a:t>
            </a:r>
            <a:br>
              <a:rPr lang="en-US" sz="1800" dirty="0"/>
            </a:br>
            <a:r>
              <a:rPr lang="en-US" sz="1800" dirty="0" err="1">
                <a:highlight>
                  <a:srgbClr val="E6F0FE"/>
                </a:highlight>
              </a:rPr>
              <a:t>shreyash.girade</a:t>
            </a:r>
            <a:br>
              <a:rPr lang="en-US" sz="1800" dirty="0">
                <a:highlight>
                  <a:srgbClr val="E6F0FE"/>
                </a:highlight>
              </a:rPr>
            </a:br>
            <a:r>
              <a:rPr lang="en-US" sz="1800" dirty="0">
                <a:highlight>
                  <a:srgbClr val="E6F0FE"/>
                </a:highlight>
              </a:rPr>
              <a:t>prn- 25070521171</a:t>
            </a:r>
            <a:br>
              <a:rPr lang="en-US" sz="1800" dirty="0">
                <a:highlight>
                  <a:srgbClr val="E6F0FE"/>
                </a:highlight>
              </a:rPr>
            </a:br>
            <a:r>
              <a:rPr lang="en-US" sz="1800" dirty="0">
                <a:highlight>
                  <a:srgbClr val="E6F0FE"/>
                </a:highlight>
              </a:rPr>
              <a:t>class-c/c2</a:t>
            </a:r>
            <a:br>
              <a:rPr lang="en-US" sz="1800" dirty="0">
                <a:highlight>
                  <a:srgbClr val="FFFF00"/>
                </a:highlight>
              </a:rPr>
            </a:b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Basic structure</a:t>
            </a:r>
            <a:br>
              <a:rPr lang="en-US" dirty="0"/>
            </a:br>
            <a:r>
              <a:rPr lang="en-US" dirty="0"/>
              <a:t>of portfolio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2815CE6-21F9-65AE-4385-6DE500979BD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921" r="1921"/>
          <a:stretch>
            <a:fillRect/>
          </a:stretch>
        </p:blipFill>
        <p:spPr>
          <a:xfrm>
            <a:off x="443345" y="68826"/>
            <a:ext cx="4344695" cy="635952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7AC310-3A79-31B6-574B-B8409D73DC59}"/>
              </a:ext>
            </a:extLst>
          </p:cNvPr>
          <p:cNvSpPr txBox="1"/>
          <p:nvPr/>
        </p:nvSpPr>
        <p:spPr>
          <a:xfrm>
            <a:off x="3932903" y="429649"/>
            <a:ext cx="1020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C871D-C0FF-0CC9-9BE0-1432D785B703}"/>
              </a:ext>
            </a:extLst>
          </p:cNvPr>
          <p:cNvSpPr txBox="1"/>
          <p:nvPr/>
        </p:nvSpPr>
        <p:spPr>
          <a:xfrm>
            <a:off x="737419" y="599768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Small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E56A5-7F33-D309-39E9-0ECA77C43919}"/>
              </a:ext>
            </a:extLst>
          </p:cNvPr>
          <p:cNvSpPr txBox="1"/>
          <p:nvPr/>
        </p:nvSpPr>
        <p:spPr>
          <a:xfrm rot="20701265">
            <a:off x="1710813" y="969100"/>
            <a:ext cx="3656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Background will blue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3290D-0B1A-625A-F14E-4D5F41027279}"/>
              </a:ext>
            </a:extLst>
          </p:cNvPr>
          <p:cNvSpPr txBox="1"/>
          <p:nvPr/>
        </p:nvSpPr>
        <p:spPr>
          <a:xfrm>
            <a:off x="1612490" y="5800727"/>
            <a:ext cx="170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My contact</a:t>
            </a:r>
          </a:p>
          <a:p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698AB9-FBDD-D299-59DA-A9DDAA20DA95}"/>
              </a:ext>
            </a:extLst>
          </p:cNvPr>
          <p:cNvSpPr/>
          <p:nvPr/>
        </p:nvSpPr>
        <p:spPr>
          <a:xfrm>
            <a:off x="1562268" y="6184490"/>
            <a:ext cx="463177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527585-6C9B-F453-608E-B4B5B18EEED9}"/>
              </a:ext>
            </a:extLst>
          </p:cNvPr>
          <p:cNvSpPr/>
          <p:nvPr/>
        </p:nvSpPr>
        <p:spPr>
          <a:xfrm>
            <a:off x="2131873" y="6184490"/>
            <a:ext cx="463177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DDBD30-07C3-72EC-6F72-9F20F9413D2B}"/>
              </a:ext>
            </a:extLst>
          </p:cNvPr>
          <p:cNvSpPr/>
          <p:nvPr/>
        </p:nvSpPr>
        <p:spPr>
          <a:xfrm>
            <a:off x="2731413" y="6190507"/>
            <a:ext cx="463177" cy="36331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3C88A-4BDF-C26E-4009-6FFA2A8D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FA410-4503-AB25-6140-282426B7E43B}"/>
              </a:ext>
            </a:extLst>
          </p:cNvPr>
          <p:cNvSpPr txBox="1"/>
          <p:nvPr/>
        </p:nvSpPr>
        <p:spPr>
          <a:xfrm>
            <a:off x="629265" y="2871019"/>
            <a:ext cx="991091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 </a:t>
            </a:r>
            <a:r>
              <a:rPr lang="en-US" sz="2000" b="1" dirty="0"/>
              <a:t>HTML (</a:t>
            </a:r>
            <a:r>
              <a:rPr lang="en-US" sz="2000" b="1" dirty="0" err="1"/>
              <a:t>HyperText</a:t>
            </a:r>
            <a:r>
              <a:rPr lang="en-US" sz="2000" b="1" dirty="0"/>
              <a:t> Markup Language)</a:t>
            </a:r>
            <a:r>
              <a:rPr lang="en-US" sz="2000" dirty="0"/>
              <a:t> and </a:t>
            </a:r>
            <a:r>
              <a:rPr lang="en-US" sz="2000" b="1" dirty="0"/>
              <a:t>CSS (Cascading Style Sheets)</a:t>
            </a:r>
            <a:r>
              <a:rPr lang="en-US" sz="2000" dirty="0"/>
              <a:t> </a:t>
            </a:r>
          </a:p>
          <a:p>
            <a:r>
              <a:rPr lang="en-US" sz="2000" dirty="0"/>
              <a:t>are the foundational languages for building web pages, working in tandem</a:t>
            </a:r>
          </a:p>
          <a:p>
            <a:r>
              <a:rPr lang="en-US" sz="2000" dirty="0"/>
              <a:t> to define the structure and presentation of web content, respectively.</a:t>
            </a:r>
          </a:p>
          <a:p>
            <a:endParaRPr lang="en-US" sz="2000" dirty="0"/>
          </a:p>
          <a:p>
            <a:r>
              <a:rPr lang="en-US" sz="2000" u="sng" dirty="0"/>
              <a:t>Purpose-</a:t>
            </a:r>
          </a:p>
          <a:p>
            <a:r>
              <a:rPr lang="en-US" dirty="0"/>
              <a:t>HTML provides the structure and content for a webpage, defining elements like headings, paragraphs, and images.</a:t>
            </a:r>
          </a:p>
          <a:p>
            <a:r>
              <a:rPr lang="en-US" dirty="0"/>
              <a:t>CSS controls the presentation, styling, and layout of those HTML elements, managing aspects such as colors, fonts, and positioning.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168BE-FF5D-7F1D-8471-EC4333209AC3}"/>
              </a:ext>
            </a:extLst>
          </p:cNvPr>
          <p:cNvSpPr txBox="1"/>
          <p:nvPr/>
        </p:nvSpPr>
        <p:spPr>
          <a:xfrm>
            <a:off x="875071" y="2231924"/>
            <a:ext cx="6631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</a:t>
            </a:r>
            <a:r>
              <a:rPr lang="en-IN" sz="2400" dirty="0"/>
              <a:t>I have used HTML and CSS language in coding.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3B500-B54B-2FF3-04B1-B0F6926355DB}"/>
              </a:ext>
            </a:extLst>
          </p:cNvPr>
          <p:cNvSpPr txBox="1"/>
          <p:nvPr/>
        </p:nvSpPr>
        <p:spPr>
          <a:xfrm>
            <a:off x="3864077" y="599768"/>
            <a:ext cx="3767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u="sng" dirty="0">
                <a:solidFill>
                  <a:schemeClr val="accent6"/>
                </a:solidFill>
              </a:rPr>
              <a:t>Languages used</a:t>
            </a:r>
          </a:p>
        </p:txBody>
      </p:sp>
    </p:spTree>
    <p:extLst>
      <p:ext uri="{BB962C8B-B14F-4D97-AF65-F5344CB8AC3E}">
        <p14:creationId xmlns:p14="http://schemas.microsoft.com/office/powerpoint/2010/main" val="3183505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1057275"/>
            <a:ext cx="5436535" cy="633873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1691148"/>
            <a:ext cx="5436535" cy="4350835"/>
          </a:xfrm>
        </p:spPr>
        <p:txBody>
          <a:bodyPr/>
          <a:lstStyle/>
          <a:p>
            <a:r>
              <a:rPr lang="en-US" dirty="0"/>
              <a:t>The portfolio made on notepad.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Take help from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D601BE8-E61D-B045-677A-5699DB66357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2127" b="212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637" y="1057274"/>
            <a:ext cx="7388790" cy="948507"/>
          </a:xfrm>
        </p:spPr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019636" y="2753032"/>
            <a:ext cx="7388790" cy="3288951"/>
          </a:xfrm>
        </p:spPr>
        <p:txBody>
          <a:bodyPr/>
          <a:lstStyle/>
          <a:p>
            <a:r>
              <a:rPr lang="en-US" dirty="0"/>
              <a:t>- I have done some </a:t>
            </a:r>
          </a:p>
          <a:p>
            <a:r>
              <a:rPr lang="en-US" dirty="0"/>
              <a:t>modification in this code.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9A818-952C-D800-41F6-AC6E6C08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365" y="816017"/>
            <a:ext cx="4019635" cy="576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7EDD3-4BD3-54CE-E5B9-C1759880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48F3D-6C39-EEF8-A511-9C38E35FB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468" y="0"/>
            <a:ext cx="5620534" cy="6630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B668FD-3530-DBE4-6ECB-B348C2AFA57D}"/>
              </a:ext>
            </a:extLst>
          </p:cNvPr>
          <p:cNvSpPr txBox="1"/>
          <p:nvPr/>
        </p:nvSpPr>
        <p:spPr>
          <a:xfrm>
            <a:off x="1543665" y="1681315"/>
            <a:ext cx="23007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Shining text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913AF-6094-9A40-429D-07C1CDF7A4FA}"/>
              </a:ext>
            </a:extLst>
          </p:cNvPr>
          <p:cNvSpPr txBox="1"/>
          <p:nvPr/>
        </p:nvSpPr>
        <p:spPr>
          <a:xfrm>
            <a:off x="2241755" y="3116826"/>
            <a:ext cx="2496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Take help from </a:t>
            </a:r>
            <a:r>
              <a:rPr lang="en-IN" dirty="0" err="1"/>
              <a:t>chatgpt</a:t>
            </a:r>
            <a:endParaRPr lang="en-IN" dirty="0"/>
          </a:p>
          <a:p>
            <a:pPr marL="285750" indent="-28575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24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1215-C213-E67A-C6A9-AF68A4A4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Portfolio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4B035-830A-8EB2-8AFE-1E82246A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F7B1E-BE6D-4F62-F956-4F0A7CF8A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53" y="1862840"/>
            <a:ext cx="10826841" cy="4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9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339E24-5FB8-3AD7-9C4D-3638E22D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E20BE-8D6F-9312-0697-635FCF7D8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45" y="2103897"/>
            <a:ext cx="6508955" cy="3525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60B017-A628-1C69-FB62-8DAC5D3ED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0748"/>
            <a:ext cx="5481843" cy="313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9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39" y="3813606"/>
            <a:ext cx="6373762" cy="2234642"/>
          </a:xfrm>
        </p:spPr>
        <p:txBody>
          <a:bodyPr/>
          <a:lstStyle/>
          <a:p>
            <a:r>
              <a:rPr lang="en-US" dirty="0"/>
              <a:t>Shreyash </a:t>
            </a:r>
            <a:r>
              <a:rPr lang="en-US" dirty="0" err="1"/>
              <a:t>girade</a:t>
            </a:r>
            <a:endParaRPr lang="en-US" dirty="0"/>
          </a:p>
          <a:p>
            <a:r>
              <a:rPr lang="en-US" dirty="0"/>
              <a:t>PRN- 25070521171</a:t>
            </a:r>
          </a:p>
          <a:p>
            <a:r>
              <a:rPr lang="en-US" dirty="0"/>
              <a:t>7887479398</a:t>
            </a:r>
          </a:p>
          <a:p>
            <a:r>
              <a:rPr lang="en-US" dirty="0">
                <a:hlinkClick r:id="rId3"/>
              </a:rPr>
              <a:t>Shreyash.girade.batch@sitnagpur.siu.edu.in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{806B6B38-2480-4833-ADDF-3D9A379AE93F}tf78438558_win32</Template>
  <TotalTime>80</TotalTime>
  <Words>185</Words>
  <Application>Microsoft Office PowerPoint</Application>
  <PresentationFormat>Widescreen</PresentationFormat>
  <Paragraphs>38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Custom</vt:lpstr>
      <vt:lpstr>Online portfolio shreyash.girade prn- 25070521171 class-c/c2 </vt:lpstr>
      <vt:lpstr>Basic structure of portfolio</vt:lpstr>
      <vt:lpstr>PowerPoint Presentation</vt:lpstr>
      <vt:lpstr>code</vt:lpstr>
      <vt:lpstr>Css code</vt:lpstr>
      <vt:lpstr>PowerPoint Presentation</vt:lpstr>
      <vt:lpstr>Portfolio 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Shravani Girde</dc:creator>
  <cp:lastModifiedBy>Shravani Girde</cp:lastModifiedBy>
  <cp:revision>1</cp:revision>
  <dcterms:created xsi:type="dcterms:W3CDTF">2026-01-06T13:10:14Z</dcterms:created>
  <dcterms:modified xsi:type="dcterms:W3CDTF">2026-01-07T13:15:27Z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